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D6A8C-3217-2EF6-5407-77F4D67F3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5840D1-CE81-F627-4E41-925A818D7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41130A-FA1B-3DE6-6567-C5EE43CB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B7CA1-6E04-5810-C983-7E5EB0BC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2D6B69-5DE3-3279-1A13-309E08F3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10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B9732-A14C-D53E-A2E3-60D8C83F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B106DE-D055-53C2-E7CB-AC8AEB71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50F64A-2CEE-B234-18FF-87DA5AB2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F0BF7-9148-634D-B76C-715FAD34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FEF60-4C55-039B-810D-325C95D0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08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F9D86-A232-D591-ED35-BB151634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9079D5-46DC-CD46-8BCF-E86BEB30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CB2486-C6A2-C2C0-0887-08A686A2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DBAC5B-E12B-B1CD-3184-FDD78315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20AB8F-C1F0-37E8-11B9-32BBA307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16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C0F80-1C27-9B23-79FB-8899C6992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F9294E-F5D8-85A3-B652-C2F34248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0D437F-2AAB-13B7-2130-FD2A30F82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1A1B78-0CDE-F4E8-E097-7FD62B6F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C81255-DABD-98AD-0183-5940AF2A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F1424A-B3B0-0BBB-5ACE-18C7C2B0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59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908F3-DC8C-F920-448B-2D37838C8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3A4358-C5C9-B1BA-D60B-0FF8491C2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405EB3-D3F7-4F38-7B5D-09EE0EFDC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5F70E3-6AC9-C22F-7004-22F291F18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21FF98-E866-8790-0343-7BE1E7680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CBD02F-10B1-2206-9138-B8CB1F9D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BE2990-C09A-6239-C8C1-27C02CB5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D48720-FBE5-2967-A57D-6B5137E0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17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94F7E-2CD7-1B6A-8EF3-5A530B40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CD0263-5D6E-AFAF-73B9-62266330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2A2BBD-1007-CEC3-4977-15F3F71A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327F4C-8933-A068-1F8E-247102AA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57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88D150-FF1F-F96D-5B90-FA03BD5B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A92532-0F43-F97E-1318-3E86744D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A4C9FA-0D9A-5BA5-4A58-DE1CD6CF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78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C4CC6-5305-FB7A-E045-E024CE6A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ADCA2D-EECB-F9AD-9952-902C260DE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6DB20E-0ED4-31E5-42FE-D83470EC1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34EE-6825-85AF-7727-02021439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B3B80B-BAE4-4973-3FBD-1516EEFA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A9DE1-6CDD-023D-C529-80F54E8B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07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A234C-3091-56A7-490B-1D8BEBD8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95F285-212D-6EC0-7041-E0C5EBA81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3964B6-18E5-3074-A3E2-71959126C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1DCB7F-D9F9-5394-996F-370BDE03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EE2CDE-9BA2-E7F3-7F52-9AFE6A67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0A43D4-EC6F-2382-FF97-53C6CE45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57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40B00-593D-D439-3742-0C92A976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F5FD88-84A6-DA2D-24A9-5C3F6C4DA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F94AE3-C40C-C61E-F16E-B311DA07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B9240A-312A-1056-7A2E-48CE0E7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902D4-9DCA-7A35-515B-FB82C3E3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32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A99539-A0D9-1F1E-4470-F13A9CB73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1FD68D-DDEB-9308-BFFD-6A12C3F07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B5D175-3567-B0FB-3708-45B446E2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A7004-9594-9848-5281-A9BFAFFD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10B89-2C8E-FD33-91DB-ADED202B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68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8293C6-F442-28BA-18AB-5D1F7089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EEC6F2-5698-8AEA-6D96-E2B6994C1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372075-A7CA-AA13-1D46-3426A6E23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2EEF0-875D-B747-845B-FBA731131C1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ECDCE-F011-55C1-8CBF-C913842E1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625F9-1D50-DEFF-2F5E-22C16578E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4F1A5-FFF6-2644-9EDF-7736C2F25C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57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3E171D15-C898-005A-8CD6-6299DBD13A98}"/>
              </a:ext>
            </a:extLst>
          </p:cNvPr>
          <p:cNvGrpSpPr/>
          <p:nvPr/>
        </p:nvGrpSpPr>
        <p:grpSpPr>
          <a:xfrm>
            <a:off x="3338192" y="1414130"/>
            <a:ext cx="4317250" cy="4317250"/>
            <a:chOff x="3338192" y="1414130"/>
            <a:chExt cx="4317250" cy="43172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1FEF8B8-9BD1-8A16-28B1-F340656BE9E4}"/>
                </a:ext>
              </a:extLst>
            </p:cNvPr>
            <p:cNvSpPr/>
            <p:nvPr/>
          </p:nvSpPr>
          <p:spPr>
            <a:xfrm>
              <a:off x="3338192" y="1414130"/>
              <a:ext cx="4317250" cy="4317250"/>
            </a:xfrm>
            <a:prstGeom prst="ellipse">
              <a:avLst/>
            </a:prstGeom>
            <a:solidFill>
              <a:srgbClr val="FFC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Imagem 7" descr="Uma imagem contendo placa, grama, rua, homem&#10;&#10;O conteúdo gerado por IA pode estar incorreto.">
              <a:extLst>
                <a:ext uri="{FF2B5EF4-FFF2-40B4-BE49-F238E27FC236}">
                  <a16:creationId xmlns:a16="http://schemas.microsoft.com/office/drawing/2014/main" id="{5431CC9D-CE34-AC4D-6783-4359108A8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38" t="36279" r="12373" b="5091"/>
            <a:stretch>
              <a:fillRect/>
            </a:stretch>
          </p:blipFill>
          <p:spPr>
            <a:xfrm>
              <a:off x="3496388" y="1573619"/>
              <a:ext cx="4020830" cy="4020830"/>
            </a:xfrm>
            <a:custGeom>
              <a:avLst/>
              <a:gdLst>
                <a:gd name="csX0" fmla="*/ 2010415 w 4020830"/>
                <a:gd name="csY0" fmla="*/ 0 h 4020830"/>
                <a:gd name="csX1" fmla="*/ 4020830 w 4020830"/>
                <a:gd name="csY1" fmla="*/ 2010415 h 4020830"/>
                <a:gd name="csX2" fmla="*/ 2010415 w 4020830"/>
                <a:gd name="csY2" fmla="*/ 4020830 h 4020830"/>
                <a:gd name="csX3" fmla="*/ 0 w 4020830"/>
                <a:gd name="csY3" fmla="*/ 2010415 h 4020830"/>
                <a:gd name="csX4" fmla="*/ 2010415 w 4020830"/>
                <a:gd name="csY4" fmla="*/ 0 h 4020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20830" h="4020830">
                  <a:moveTo>
                    <a:pt x="2010415" y="0"/>
                  </a:moveTo>
                  <a:cubicBezTo>
                    <a:pt x="3120737" y="0"/>
                    <a:pt x="4020830" y="900093"/>
                    <a:pt x="4020830" y="2010415"/>
                  </a:cubicBezTo>
                  <a:cubicBezTo>
                    <a:pt x="4020830" y="3120737"/>
                    <a:pt x="3120737" y="4020830"/>
                    <a:pt x="2010415" y="4020830"/>
                  </a:cubicBezTo>
                  <a:cubicBezTo>
                    <a:pt x="900093" y="4020830"/>
                    <a:pt x="0" y="3120737"/>
                    <a:pt x="0" y="2010415"/>
                  </a:cubicBezTo>
                  <a:cubicBezTo>
                    <a:pt x="0" y="900093"/>
                    <a:pt x="900093" y="0"/>
                    <a:pt x="2010415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126314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11234</dc:creator>
  <cp:lastModifiedBy>11234</cp:lastModifiedBy>
  <cp:revision>1</cp:revision>
  <dcterms:created xsi:type="dcterms:W3CDTF">2026-03-23T06:13:14Z</dcterms:created>
  <dcterms:modified xsi:type="dcterms:W3CDTF">2026-03-23T06:16:38Z</dcterms:modified>
</cp:coreProperties>
</file>